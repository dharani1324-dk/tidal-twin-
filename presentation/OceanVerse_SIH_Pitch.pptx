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E3A5F"/>
                </a:solidFill>
                <a:latin typeface="Segoe UI"/>
              </a:rPr>
              <a:t>OceanVerse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A5E9"/>
                </a:solidFill>
                <a:latin typeface="Segoe UI"/>
              </a:rPr>
              <a:t>Interactive 4D Ocean Model Validation &amp; Decision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10424160" cy="36576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3886200"/>
            <a:ext cx="10424160" cy="137160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24528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2937"/>
                </a:solidFill>
                <a:latin typeface="Segoe UI"/>
              </a:rPr>
              <a:t>“Not another ocean viewer — we tell you where the model disagrees with reality,</a:t>
            </a:r>
          </a:p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2937"/>
                </a:solidFill>
                <a:latin typeface="Segoe UI"/>
              </a:rPr>
              <a:t>why it matters, and what to do about it. The 3D globe is just the interface.”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6678"/>
                </a:solidFill>
                <a:latin typeface="Segoe UI"/>
              </a:rPr>
              <a:t>Smart India Hackathon 2026  ·  Problem Statement SIH-26067  ·  Ocean Data Utilization for Coastal Community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093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56678"/>
                </a:solidFill>
                <a:latin typeface="Segoe UI"/>
              </a:rPr>
              <a:t>Team OceanVerse AI  · 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From “what the ocean looks like” to “is the model right?”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6678"/>
                </a:solidFill>
                <a:latin typeface="Segoe UI"/>
              </a:rPr>
              <a:t>The gap: coastal India makes life-and-safety decisions on instinct and scattered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572000" cy="393192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11D48"/>
                </a:solidFill>
                <a:latin typeface="Segoe UI"/>
              </a:rP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28600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7,500 km of coastline — data-poor, decisions made on instinct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9077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907792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Ocean tools show WHAT the sea looks like, never IF the model is 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5295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529584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Models drift from reality quietly — heatwaves, rough seas, flood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1513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151376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Warnings reach the coast late, in no language the community speaks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7731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77316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2937"/>
                </a:solidFill>
                <a:latin typeface="Segoe UI"/>
              </a:rPr>
              <a:t>Platforms are archival: they show yesterday, they don’t validate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508760"/>
            <a:ext cx="566928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A5F"/>
                </a:solidFill>
                <a:latin typeface="Segoe UI"/>
              </a:rPr>
              <a:t>OUR ANSWER — THE SCIENTIFIC INTELLIGENCE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5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00723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57416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55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QC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31659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88352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MATCHING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62595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19288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DEVIATION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593531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50224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UNCERTAINTY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24467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16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EVENT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55403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12096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IMPACT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486339" y="2578608"/>
            <a:ext cx="49378" cy="164592"/>
          </a:xfrm>
          <a:prstGeom prst="rightArrow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43032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20040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Segoe UI"/>
              </a:rPr>
              <a:t>Live data → quality check → model-observation matching → field-by-field deviation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Segoe UI"/>
              </a:rPr>
              <a:t>→ explained uncertainty → classified ocean events → impact on coastal people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Segoe UI"/>
              </a:rPr>
              <a:t>→ a concrete operational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892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A5E9"/>
                </a:solidFill>
                <a:latin typeface="Segoe UI"/>
              </a:rPr>
              <a:t>The 3D globe is only the interface — the intelligence is the pipeline.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59436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We validate · we measure · we explain · we name the event · we end in a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Live today — data in, decisions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19786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55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Open-Meteo Marine (ERA5-driven)  ·  PostgreSQL 16 + PostGIS  ·  8 Indian coastal regions  ·  384+ live observations  ·  injected heatwave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29514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BACKEND — FASTAPI AI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Difference Engine  ·  Explainable Confidence  ·  Model Skill Score  ·  Event Classification  ·  Anomaly Detection (Isolation Forest + z-score)  ·  Forecasting  ·  Safety Advisory  ·  Risk Index  ·  What-If Simulator  ·  NLP Assistant  ·  Live WebSocket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FRONTEND — REACT 19 · TYPESCRIPT · CESIUM 3D · PWA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Dashboard  ·  4D Digital Twin Globe &amp; Event Replay  ·  Model Validation Workspace  ·  Monitoring  ·  Safety Center  ·  National Risk Map  ·  Ocean AI  ·  Story Mode  · 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48970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DECISION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8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Segoe UI"/>
              </a:rPr>
              <a:t>SAFE / CAUTION / DANGER advisory  ·  safe sailing window (IST)  ·  SMS / WhatsApp + 6-language voice  ·  national risk map  ·  executive report +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5F"/>
                </a:solidFill>
                <a:latin typeface="Segoe UI"/>
              </a:rPr>
              <a:t>LIVE PROOF (from the running system)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Marine heatwave at Goa CAUGHT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0672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+1.8°C vs model baseline — explained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91% event 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DANGER advisory + 6-language voice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Confidence 92–100% component-by-component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5943600"/>
            <a:ext cx="1481328" cy="502920"/>
          </a:xfrm>
          <a:prstGeom prst="roundRect">
            <a:avLst>
              <a:gd name="adj" fmla="val 50000"/>
            </a:avLst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Observations streamed live every 12s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5F"/>
                </a:solidFill>
                <a:latin typeface="Segoe UI"/>
              </a:rPr>
              <a:t>From validation to action at the coast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0424160" cy="444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🐟  LIVELIHOODS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Tells fisherfolk which grounds are safe today — and when the next safe sailing window opens.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6472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🏥 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Anomaly → event → advisory in seconds: detection, confidence, interpretation, alert on one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264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🏛️ 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4264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Authorities get a validated, auditable ocean brief — risk ranking, executive summary, 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554480"/>
            <a:ext cx="2450592" cy="3566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C8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92024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3A5F"/>
                </a:solidFill>
                <a:latin typeface="Segoe UI"/>
              </a:rPr>
              <a:t>🌍 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514600"/>
            <a:ext cx="19933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Segoe UI"/>
              </a:rPr>
              <a:t>The pipeline is coastline-agnostic — point it at any coast and the same engines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94960"/>
            <a:ext cx="9966960" cy="109728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50992"/>
            <a:ext cx="9235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With SIH support: scale to 100+ Indian coastal regions and connect official marine advisories —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a decision-intelligence dashboard in the hands of every coast.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